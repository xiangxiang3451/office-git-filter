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this is a PPT test </a:t>
            </a:r>
            <a:endParaRPr lang="en-US" altLang="zh-CN"/>
          </a:p>
          <a:p>
            <a:r>
              <a:rPr lang="en-US" altLang="zh-CN"/>
              <a:t>hhhhhhhhhhhhh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常朋祥</dc:creator>
  <cp:lastModifiedBy>我！你模仿不来</cp:lastModifiedBy>
  <cp:revision>6</cp:revision>
  <dcterms:created xsi:type="dcterms:W3CDTF">2023-08-09T12:44:00Z</dcterms:created>
  <dcterms:modified xsi:type="dcterms:W3CDTF">2025-11-04T15:47:07Z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2CEEB46105304E3EBBA5C1DBDBF5EA26_12</vt:lpwstr>
  </property>
</Properties>
</file>