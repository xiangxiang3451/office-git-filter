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/>
              <a:t>this is a PPT test </a:t>
            </a:r>
            <a:endParaRPr lang="en-US" alt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WPS 演示</Application>
  <PresentationFormat>宽屏</PresentationFormat>
  <Paragraphs>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常朋祥</dc:creator>
  <cp:lastModifiedBy>我！你模仿不来</cp:lastModifiedBy>
  <cp:revision>5</cp:revision>
  <dcterms:created xsi:type="dcterms:W3CDTF">2023-08-09T12:44:00Z</dcterms:created>
  <dcterms:modified xsi:type="dcterms:W3CDTF">2025-11-04T15:45:27Z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2CEEB46105304E3EBBA5C1DBDBF5EA26_12</vt:lpwstr>
  </property>
</Properties>
</file>